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6E3"/>
                </a:solidFill>
                <a:latin typeface="Calibri"/>
              </a:rPr>
              <a:t>Project 1  ·  ODE IVP  ·  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Numerical Solution of the
Robertson Kinetics IVP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Chuyang Wang   ·   2363591   ·   Team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D6E3"/>
                </a:solidFill>
                <a:latin typeface="Calibri"/>
              </a:rPr>
              <a:t>Stiffness, implicit Euler + Newton, and a cost–accuracy check
that did not go the way I first expected.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0EC"/>
                </a:solidFill>
                <a:latin typeface="Calibri"/>
              </a:rPr>
              <a:t>Robertson 1966  ·  stiff chemical kinetics on [0, 40]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y(0) = (1, 0, 0),  three species A, B, C.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Rates span eight orders: 0.04 vs 10^4 vs 3×10^7.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Mass is an invariant:  y1 + y2 + y3 = 1.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J_f always has a structural zero eigenvalue.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Stiffness from the two nonzero eigenvalues: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S(40) = 1.58×10^5,   λ_fast ≈ −3.39×10^3.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Question: can implicit Euler be trusted here,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and is adaptivity cheaper at the same error?</a:t>
            </a:r>
          </a:p>
        </p:txBody>
      </p:sp>
      <p:pic>
        <p:nvPicPr>
          <p:cNvPr id="6" name="Picture 5" descr="fig01_robertson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51560"/>
            <a:ext cx="484632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Implicit Euler, h = 0.1, tracks the slow drift.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61888"/>
            <a:ext cx="11430000" cy="621792"/>
          </a:xfrm>
          <a:prstGeom prst="roundRect">
            <a:avLst/>
          </a:prstGeom>
          <a:solidFill>
            <a:srgbClr val="F4F1EA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45C26"/>
                </a:solidFill>
                <a:latin typeface="Calibri"/>
              </a:rPr>
              <a:t>Takeaway  |  This is a stability problem, not a missing-order problem.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Project 1  |  Robertson kinetics  |  Chuyang Wang 2363591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 one-step methods + Newton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0EC"/>
                </a:solidFill>
                <a:latin typeface="Calibri"/>
              </a:rPr>
              <a:t>I implemented the time-steppers; SciPy BDF/Radau is only the oracle.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33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Explicit Euler:  y_{n+1} = y_n + h f(t_n, y_n).     Order 1.    R(z) = 1 + z.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Classical RK4: four stages.                         Order 4.    Bounded stability region.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Implicit Euler: y_{n+1} = y_n + h f(t_{n+1}, y_{n+1}).  Order 1, A-stable and L-stable.  R(z) = 1/(1−z).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Newton solves F(w) = w − y_n − h f(t_{n+1}, w) = 0,  with J_F = I − h J_f,  stop at ||F||_∞ &lt; 10^{−12}.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Adaptivity: step-doubling. Accept y_fine if e = ||y_fine − y_coarse||_∞ ≤ tol; else halve h.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First Robertson step: residual rises 4×10^{−3} → 48 before quadratic decay. That is y2(0)=0, not a wrong Jacobian.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61888"/>
            <a:ext cx="11430000" cy="621792"/>
          </a:xfrm>
          <a:prstGeom prst="roundRect">
            <a:avLst/>
          </a:prstGeom>
          <a:solidFill>
            <a:srgbClr val="F4F1EA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45C26"/>
                </a:solidFill>
                <a:latin typeface="Calibri"/>
              </a:rPr>
              <a:t>Takeaway  |  A-stability, a small Newton residual, and accuracy are three different claims.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Project 1  |  Robertson kinetics  |  Chuyang Wang 2363591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Stability: prediction, then the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0EC"/>
                </a:solidFill>
                <a:latin typeface="Calibri"/>
              </a:rPr>
              <a:t>hλ overlay is a frozen-Jacobian diagnostic, not a nonlinear proof.</a:t>
            </a:r>
          </a:p>
        </p:txBody>
      </p:sp>
      <p:pic>
        <p:nvPicPr>
          <p:cNvPr id="5" name="Picture 4" descr="fig03_stability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7040880" cy="2331720"/>
          </a:xfrm>
          <a:prstGeom prst="rect">
            <a:avLst/>
          </a:prstGeom>
        </p:spPr>
      </p:pic>
      <p:pic>
        <p:nvPicPr>
          <p:cNvPr id="6" name="Picture 5" descr="fig07_explicit_blow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005840"/>
            <a:ext cx="4389120" cy="2331720"/>
          </a:xfrm>
          <a:prstGeom prst="rect">
            <a:avLst/>
          </a:prstGeom>
        </p:spPr>
      </p:pic>
      <p:pic>
        <p:nvPicPr>
          <p:cNvPr id="7" name="Picture 6" descr="fig11_stiff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29000"/>
            <a:ext cx="5669280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342900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Explicit Euler needs h &lt; 5.90×10^{−4}.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h = 0.01 already blows up (NaN).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Working implicit step h = 0.1 puts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the fast mode at z ≈ −339, inside IE,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far outside both explicit regions.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61888"/>
            <a:ext cx="11430000" cy="621792"/>
          </a:xfrm>
          <a:prstGeom prst="roundRect">
            <a:avLst/>
          </a:prstGeom>
          <a:solidFill>
            <a:srgbClr val="F4F1EA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45C26"/>
                </a:solidFill>
                <a:latin typeface="Calibri"/>
              </a:rPr>
              <a:t>Takeaway  |  Divergence at h = 0.01 is a stability failure. The true solution stays on the mass simplex.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Project 1  |  Robertson kinetics  |  Chuyang Wang 2363591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Orders against an oracle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0EC"/>
                </a:solidFill>
                <a:latin typeface="Calibri"/>
              </a:rPr>
              <a:t>p ± SE is one standard error, not a 95% CI for p.</a:t>
            </a:r>
          </a:p>
        </p:txBody>
      </p:sp>
      <p:pic>
        <p:nvPicPr>
          <p:cNvPr id="5" name="Picture 4" descr="fig04_order_euler_logi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3840480" cy="3063240"/>
          </a:xfrm>
          <a:prstGeom prst="rect">
            <a:avLst/>
          </a:prstGeom>
        </p:spPr>
      </p:pic>
      <p:pic>
        <p:nvPicPr>
          <p:cNvPr id="6" name="Picture 5" descr="fig05_order_rk4_log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3840480" cy="3063240"/>
          </a:xfrm>
          <a:prstGeom prst="rect">
            <a:avLst/>
          </a:prstGeom>
        </p:spPr>
      </p:pic>
      <p:pic>
        <p:nvPicPr>
          <p:cNvPr id="7" name="Picture 6" descr="fig06_order_implicit_robert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005840"/>
            <a:ext cx="3840480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11480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Logistic (exact): Euler 0.943 ± 0.015 (theory 1),   RK4 4.075 ± 0.018 (theory 4).
Robertson vs BDF/Radau oracle: implicit Euler 0.990 ± 0.002.  |BDF − Radau|_∞ = 1.4×10^{−11}.
At h = 0.1, componentwise relative errors are all &lt; 1%.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61888"/>
            <a:ext cx="11430000" cy="621792"/>
          </a:xfrm>
          <a:prstGeom prst="roundRect">
            <a:avLst/>
          </a:prstGeom>
          <a:solidFill>
            <a:srgbClr val="F4F1EA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45C26"/>
                </a:solidFill>
                <a:latin typeface="Calibri"/>
              </a:rPr>
              <a:t>Takeaway  |  Observed slopes match theory once h is in the asymptotic regime.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Project 1  |  Robertson kinetics  |  Chuyang Wang 2363591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Conservation, positivity, and E(h) are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0EC"/>
                </a:solidFill>
                <a:latin typeface="Calibri"/>
              </a:rPr>
              <a:t>An inaccurate or even negative vector can still sum to one.</a:t>
            </a:r>
          </a:p>
        </p:txBody>
      </p:sp>
      <p:pic>
        <p:nvPicPr>
          <p:cNvPr id="5" name="Picture 4" descr="fig02_m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576072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0515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Mass defect at h = 0.1:  4.4×10^{−16}  (round-off).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After t = 0, min y2 stays positive for every tabulated h, including h = 10.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Clip / reject never fired. Observation, not a positivity theorem.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Newton sweep at fixed h = 0.1: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||y(40; 10^{−8}) − y(40; 10^{−12})||_∞ = 2.21×10^{−7}.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Time-discretisation error E(0.1) = 3.48×10^{−4}.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Iteration error is ~ 6×10^{−4} of the discrete 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61888"/>
            <a:ext cx="11430000" cy="621792"/>
          </a:xfrm>
          <a:prstGeom prst="roundRect">
            <a:avLst/>
          </a:prstGeom>
          <a:solidFill>
            <a:srgbClr val="F4F1EA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45C26"/>
                </a:solidFill>
                <a:latin typeface="Calibri"/>
              </a:rPr>
              <a:t>Takeaway  |  Accuracy is the oracle comparison E(h), not mass, not ||F||, not y2 ≥ 0.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Project 1  |  Robertson kinetics  |  Chuyang Wang 2363591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Adaptivity: h changes, and e(t) sits near tol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0EC"/>
                </a:solidFill>
                <a:latin typeface="Calibri"/>
              </a:rPr>
              <a:t>h0 = 0.1,  tol = 2×10^{−6},  step-doubling.</a:t>
            </a:r>
          </a:p>
        </p:txBody>
      </p:sp>
      <p:pic>
        <p:nvPicPr>
          <p:cNvPr id="5" name="Picture 4" descr="fig08_adaptive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731520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9728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749 accepted steps.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3 rejected steps.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h shrinks to 1.25×10^{−2}, then grows back to h0.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max local e = 1.13×10^{−6} &lt; tol.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89% of accepted e in [tol/10, tol].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Terminal e_∞ = 8.90×10^{−5},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smaller than fixed h = 0.1.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61888"/>
            <a:ext cx="11430000" cy="621792"/>
          </a:xfrm>
          <a:prstGeom prst="roundRect">
            <a:avLst/>
          </a:prstGeom>
          <a:solidFill>
            <a:srgbClr val="F4F1EA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45C26"/>
                </a:solidFill>
                <a:latin typeface="Calibri"/>
              </a:rPr>
              <a:t>Takeaway  |  A relabelled fixed grid would not produce this h(t), and the estimator tracks the tolerance.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Project 1  |  Robertson kinetics  |  Chuyang Wang 2363591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Cost–accuracy at a matched y(40)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0EC"/>
                </a:solidFill>
                <a:latin typeface="Calibri"/>
              </a:rPr>
              <a:t>Cost = RHS evaluations during Newton. Jacobian factorisation is not counted.</a:t>
            </a:r>
          </a:p>
        </p:txBody>
      </p:sp>
      <p:pic>
        <p:nvPicPr>
          <p:cNvPr id="5" name="Picture 4" descr="fig09_cost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6675120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0972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Fixed h = 0.05:  e_∞ = 1.74×10^{−4}  with 2424 RHS.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Adaptive tol = 5×10^{−5}:  same error, 3680 RHS.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Each accepted adaptive step costs three implicit Euler solves.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Step-doubling is a reliability tool, not a cheaper integrator, once a good fixed h is known.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I report this because the measurement went that 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61888"/>
            <a:ext cx="11430000" cy="621792"/>
          </a:xfrm>
          <a:prstGeom prst="roundRect">
            <a:avLst/>
          </a:prstGeom>
          <a:solidFill>
            <a:srgbClr val="F4F1EA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45C26"/>
                </a:solidFill>
                <a:latin typeface="Calibri"/>
              </a:rPr>
              <a:t>Takeaway  |  At matched accuracy, adaptive step-doubling spent more RHS evaluations than a tuned fixed step.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Project 1  |  Robertson kinetics  |  Chuyang Wang 2363591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 trust, and what I do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0EC"/>
                </a:solidFill>
                <a:latin typeface="Calibri"/>
              </a:rPr>
              <a:t>Limitations stated in the same sentence as the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Trust: orders vs logistic exact + tightened BDF/Radau oracle; explicit blow-up matches 2/|λ|_max; Newton error ≪ E(h).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Do not treat hλ overlays as a nonlinear stability theorem. J_f varies; the overlay is local.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Do not treat clip/reject as a positivity-preserving scheme. They never fired; there is no convergence guarantee.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Step-doubling assumes a smooth O(h^2) error expansion. Fine here; would fail on a non-smooth right-hand side.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I did not implement a positivity-preserving high-order method or an embedded implicit pair.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61888"/>
            <a:ext cx="11430000" cy="621792"/>
          </a:xfrm>
          <a:prstGeom prst="roundRect">
            <a:avLst/>
          </a:prstGeom>
          <a:solidFill>
            <a:srgbClr val="F4F1EA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45C26"/>
                </a:solidFill>
                <a:latin typeface="Calibri"/>
              </a:rPr>
              <a:t>Takeaway  |  The evidence for accuracy is the refined oracle, not A-stability or a conserved sum.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Project 1  |  Robertson kinetics  |  Chuyang Wang 2363591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Implicit Euler + analytic Newton Jacobian solves Robertson on [0, 40] with observed order 0.990 ± 0.002.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Explicit Euler at h = 0.01 diverges, as the frozen-Jacobian bound predicted.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Mass, positivity, and E(h) answer different questions; I reported all three.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Adaptive stepping really moves h, and local error stays near tol — but it is more expensive in RHS counts.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Reproducible: python code/run_all.py; git history is iterative, submitted with the code zip.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61888"/>
            <a:ext cx="11430000" cy="621792"/>
          </a:xfrm>
          <a:prstGeom prst="roundRect">
            <a:avLst/>
          </a:prstGeom>
          <a:solidFill>
            <a:srgbClr val="F4F1EA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45C26"/>
                </a:solidFill>
                <a:latin typeface="Calibri"/>
              </a:rPr>
              <a:t>Takeaway  |  A stable first-order method is the right tool here; adaptivity bought reliability, not cheaper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Project 1  |  Robertson kinetics  |  Chuyang Wang 2363591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Backup: numbers I may be asked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E0EC"/>
                </a:solidFill>
                <a:latin typeface="Calibri"/>
              </a:rPr>
              <a:t>Viva /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Oracle y(40) ≈ (0.715827,  9.186×10^{−6},  0.284164).  Implicit Euler h=0.1: relative errors 0.049%, 0.147%, 0.122%.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Newton first-step ||F||_∞:  4.00×10^{−3},  47.6,  11.9,  …,  5.55×10^{−17}  (12 iterations).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Jacobian FD check: max |J_an − J_FD| = 3.2×10^{−12}; every column of J_f sums to 0.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Table 2 min_{t&gt;0} y2 at h = 0.8 … 0.05: all ~ 9.2×10^{−6} &gt; 0.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Adaptive vs fixed at matched e_∞ ≈ 1.74×10^{−4}:  3680 RHS vs 2424 RHS.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SciPy Radau in the oracle is 3-stage Radau IIA (order 5). I did not implement it as a method under test.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Project 1  |  Robertson kinetics  |  Chuyang Wang 2363591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